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US Iran War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This topic matters because it changes the strategic picture.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current state gives us the baseline for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Historical context prevents shallow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key actors define incentives and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next analytical layer is data and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opportunity set is where strategy becomes concrete.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risks show where the story can break.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7625A"/>
                </a:solidFill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51515"/>
                </a:solidFill>
              </a:rPr>
              <a:t>The follow-up agenda should drive the next research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9784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515"/>
                </a:solidFill>
              </a:defRPr>
            </a:pPr>
            <a:r>
              <a:t>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55080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7625A"/>
                </a:solidFill>
              </a:rPr>
              <a:t>Project India | generated presentation draft | verify time-sensitive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