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US Iran War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A U.S.–Iran war plus a U.S. blockade and Iran’s counter‑closure at Hormuz have created a structurally risky maritime regime; India must manage near‑term energy security and sanctions exposure while preparing for post‑war logistics re‑wiring.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Claim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War began Feb 28, 2026; Iran’s Supreme Leader killed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Opening-day reporting and official statements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Coordinated U.S.–Israeli strikes; AP/Reuters confirm Khamenei killed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([apnews.com](https://apnews.com/article/8de8054f3abd4688f894c657467ee3dd?utm_source=openai))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U.S. naval blockade declared Apr 12; enforcement ongoing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CENTCOM press release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Impartial blockade of ships entering/exiting Iranian ports; effective Apr 13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([centcom.mil](https://www.centcom.mil/MEDIA/PRESS-RELEASES/Press-Release-View/Article/4457255/us-to-blockade-ships-entering-or-exiting-iranian-ports/))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Project Freedom escorts coexist with blockade and intermittent fire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CENTCOM/press notices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U.S. began “guiding” ships through Hormuz; skirmishes and mine-clearance reported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([centcom.mil](https://www.centcom.mil/MEDIA/PRESS-RELEASES/Press-Release-View/Article/4476318/us-military-supports-launch-of-project-freedom-in-strait-of-hormuz/))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Ceasefire diplomacy: talks held; UNSC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HoC Library brief; UNSC records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Conditional ceasefire (from Apr 8) with Islamabad talks; Res. 2817 adopted; later Hormuz draft vetoed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([commonslibrary.parliament.uk](https://commonslibrary.parliament.uk/research-briefings/cbp-10637/))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IAEA: no initial nuclear-site damage; verification essential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IAEA DG statement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“No indication” of damage (Mar 2); calls for robust checks in any deal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([investing.com](https://www.investing.com/news/world-news/no-sign-irans-nuclear-sites-were-hit-iaea-says-but-iran-alleges-one-was-4533937?utm_source=openai))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Hormuz disruption is historic in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IEA OMR/analysis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“Largest supply disruption in the history of the global oil market”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([iea.org](https://www.iea.org/reports/sheltering-from-oil-shocks/introduction-and-context?utm_source=openai))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India’s exposure: dependency, SPR, stranded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PPAC/ISPRL/NDTV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~88–89% import dependence; SPR 5.33 MMT (~64% filled); 22 India‑bound ships and 611 seafarers stranded mid‑March; Navy escorts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([indianexpress.com](https://indianexpress.com/article/explained/explained-economics/indias-reliance-on-imported-oil-may-hit-fresh-high-in-fy26-10548802/?utm_source=openai))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Chabahar: strategic stake amid sanctions headwinds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PIB (contract); Lok Sabha Q&amp;A (waiver revocation/temporary cover)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10‑year contract (May 13, 2024); U.S. revoked 2018 exception; temporary cover to Apr 26, 2026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([pib.gov.in](https://pib.gov.in/PressReleasePage.aspx?PRID=2020454&amp;utm_source=openai))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Legal frame: blockade/closure under LOAC and UNCLOS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RUSI/Chatham analyses; San Remo background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Declaration/effectiveness/impartiality tests; Iran’s closure claims scrutinized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([rusi.org](https://www.rusi.org/explore-our-research/publications/commentary/us-blockade-iran-how-it-might-function-or-not?utm_source=openai))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Macro impact: prices, insurance,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IEA OMR; market/insurance commentary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Brent spikes; AIS-based partial openings; insurers’ risk aversion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([iea.org](https://www.iea.org/reports/oil-market-report-march-2026?ftag=MSFd61514f&amp;utm_source=openai))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02920"/>
            <a:ext cx="164592" cy="1645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389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7625A"/>
                </a:solidFill>
              </a:rPr>
              <a:t>SLIDE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1515"/>
                </a:solidFill>
              </a:rPr>
              <a:t>India’s immediate posture: escorts + price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Proof object: DGS/MEA notices; policy measures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Evidence: Routing/crew advisories; excise adjustments; price holds</a:t>
            </a:r>
          </a:p>
          <a:p>
            <a:pPr>
              <a:spcAft>
                <a:spcPts val="1000"/>
              </a:spcAft>
              <a:defRPr sz="1800">
                <a:solidFill>
                  <a:srgbClr val="151515"/>
                </a:solidFill>
              </a:defRPr>
            </a:pPr>
            <a:r>
              <a:t>Source: ([dgshipping.gov.in](https://www.dgshipping.gov.in/WriteReadData/News/202602280342249592926MARSECDGSCircular08of2026dated28Feb20262.pdf?utm_source=openai))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55080"/>
            <a:ext cx="10698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7625A"/>
                </a:solidFill>
              </a:rPr>
              <a:t>Project India | generated presentation draft | verify time-sensitive claims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